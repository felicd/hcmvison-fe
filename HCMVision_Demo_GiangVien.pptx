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C:\Users\HzanhLe\.gemini\antigravity-ide\brain\e8af061b-a4db-40b7-b4e6-c83201ab3ce3\hcmvision_cover_178470280719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731520"/>
            <a:ext cx="5212080" cy="5212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822960"/>
            <a:ext cx="329184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822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DEMO PRESENTATION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31520" y="137160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HCMVISION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31520" y="219456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Urban Traffic &amp; Flood Monitoring System Powered by AI Camera Surveillance Network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" y="3291840"/>
            <a:ext cx="2377440" cy="320040"/>
          </a:xfrm>
          <a:prstGeom prst="rect">
            <a:avLst/>
          </a:prstGeom>
          <a:solidFill>
            <a:srgbClr val="0F2942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Native / Expo 56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00400" y="3291840"/>
            <a:ext cx="2377440" cy="320040"/>
          </a:xfrm>
          <a:prstGeom prst="rect">
            <a:avLst/>
          </a:prstGeom>
          <a:solidFill>
            <a:srgbClr val="0F2942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Vision Pipeline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31520" y="3291840"/>
            <a:ext cx="2377440" cy="320040"/>
          </a:xfrm>
          <a:prstGeom prst="rect">
            <a:avLst/>
          </a:prstGeom>
          <a:solidFill>
            <a:srgbClr val="0F2942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Safe Route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00400" y="3291840"/>
            <a:ext cx="2377440" cy="320040"/>
          </a:xfrm>
          <a:prstGeom prst="rect">
            <a:avLst/>
          </a:prstGeom>
          <a:solidFill>
            <a:srgbClr val="0F2942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Alert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31520" y="4023360"/>
            <a:ext cx="5120640" cy="2011680"/>
          </a:xfrm>
          <a:prstGeom prst="rect">
            <a:avLst/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0120" y="4160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 DETAILS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60120" y="452628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Academic Advisor: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Committee / Faculty of IT
</a:t>
            </a:r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System Architecture: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Cross-Platform Mobile App (iOS / Android) &amp; Cloud API
</a:t>
            </a:r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Deployment Status: </a:t>
            </a:r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 APK &amp; Production Cloud API on Render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 &amp; MOTIVATION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Urban Mobility &amp; Flooding Challenges in Ho Chi Minh City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HCMVision | Smart Urban Traffic &amp; Weather Monitoring System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0" y="6217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Presentation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5120640" cy="1417320"/>
          </a:xfrm>
          <a:prstGeom prst="rect">
            <a:avLst/>
          </a:prstGeom>
          <a:solidFill>
            <a:srgbClr val="1E293B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554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Severe Urban Rain Flooding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87452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TP.HCM experiences 40+ recurrent flood hot spots. Heavy rains combined with high tides cause severe street submergence and traffic gridlock.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5120640" cy="1417320"/>
          </a:xfrm>
          <a:prstGeom prst="rect">
            <a:avLst/>
          </a:prstGeom>
          <a:solidFill>
            <a:srgbClr val="1E293B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546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Generic Weather Forecasts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47472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 weather apps report city-wide forecasts, lacking street-level or ward-level flooding resolution for commuters.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4617720"/>
            <a:ext cx="5120640" cy="1417320"/>
          </a:xfrm>
          <a:prstGeom prst="rect">
            <a:avLst/>
          </a:prstGeom>
          <a:solidFill>
            <a:srgbClr val="1E293B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7548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Unutilized Municipal Cameras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507492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Hundreds of public traffic CCTV cameras are only viewed manually, lacking automated real-time Computer Vision intelligence.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09360" y="1417320"/>
            <a:ext cx="5120640" cy="4617720"/>
          </a:xfrm>
          <a:prstGeom prst="rect">
            <a:avLst/>
          </a:prstGeom>
          <a:solidFill>
            <a:srgbClr val="1E293B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1554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HCMVISION SOLUTION GOALS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2011680"/>
            <a:ext cx="46634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Transforming existing municipal CCTV infrastructure using Artificial Intelligence (AI Vision)
</a:t>
            </a:r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Automated Rain &amp; Congestion Detection from CCTV stream snapshots.
</a:t>
            </a:r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Interactive Real-Time Rain Heatmap showing flood intensity across city wards.
</a:t>
            </a:r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Smart Safe Routing algorithm guiding commuters away from flooded roads.
</a:t>
            </a:r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Ward-Level Push Alerts delivering targeted location warnings to citizens.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HCMVision Core 4-Pillar Architecture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HCMVision | Smart Urban Traffic &amp; Weather Monitoring System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0" y="6217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Presentation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5120640" cy="2148840"/>
          </a:xfrm>
          <a:prstGeom prst="rect">
            <a:avLst/>
          </a:prstGeom>
          <a:solidFill>
            <a:srgbClr val="1E293B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554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AI Camera Surveillance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96596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Monitors 100+ municipal traffic cameras, automatically analyzing Rain Level, Traffic Congestion, and AI Classification Confidence Scores.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120640" cy="2148840"/>
          </a:xfrm>
          <a:prstGeom prst="rect">
            <a:avLst/>
          </a:prstGeom>
          <a:solidFill>
            <a:srgbClr val="1E293B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554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Smart Safe Routing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196596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Intelligent Check Route Safety algorithm: Analyzes route polyline buffers, evaluates flood risk, and suggests safe alternative paths.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886200"/>
            <a:ext cx="5120640" cy="2148840"/>
          </a:xfrm>
          <a:prstGeom prst="rect">
            <a:avLst/>
          </a:prstGeom>
          <a:solidFill>
            <a:srgbClr val="1E293B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023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AI Assistant &amp; Alerts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443484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24/7 AI Traffic Chatbot for natural language query assistance &amp; location-based Push Notifications when rain probability exceeds thresholds.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3886200"/>
            <a:ext cx="5120640" cy="2148840"/>
          </a:xfrm>
          <a:prstGeom prst="rect">
            <a:avLst/>
          </a:prstGeom>
          <a:solidFill>
            <a:srgbClr val="1E293B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4023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Admin &amp; Health Portal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443484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Comprehensive admin dashboard: Monitors stream Ingestion Jobs, Camera Health/Offline status, and AI Model Audit verification logs.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 &amp; AI Data Processing Pipeline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HCMVision | Smart Urban Traffic &amp; Weather Monitoring System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0" y="6217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Presentation 2026</a:t>
            </a:r>
            <a:endParaRPr lang="en-US" sz="1000" dirty="0"/>
          </a:p>
        </p:txBody>
      </p:sp>
      <p:pic>
        <p:nvPicPr>
          <p:cNvPr id="8" name="Image 0" descr="C:\Users\HzanhLe\.gemini\antigravity-ide\brain\e8af061b-a4db-40b7-b4e6-c83201ab3ce3\hcmvision_architecture_17847028195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5120640" cy="4617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309360" y="1417320"/>
            <a:ext cx="5120640" cy="4617720"/>
          </a:xfrm>
          <a:prstGeom prst="rect">
            <a:avLst/>
          </a:prstGeom>
          <a:solidFill>
            <a:srgbClr val="1E293B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37960" y="1554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37960" y="1965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App: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183880" y="19659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Native (Expo SDK 56), TypeScript, Expo Router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537960" y="258775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&amp; Query: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183880" y="258775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TanStack React Query v5, AsyncStorage, SecureStore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537960" y="320954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Maps &amp; UI: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183880" y="320954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Native Maps, Reanimated, Expo Glass Effect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537960" y="383133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Cloud: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183880" y="3831336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RESTful API (Production on Render Cloud / Swagger)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537960" y="44531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Vision Model: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183880" y="445312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Computer Vision Pipeline (Rain, Traffic &amp; Redaction)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537960" y="5074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Assistant: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183880" y="50749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Remote LLM Engine (Qwen / Fallback Smart Handler)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 &amp; EXPLORE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Map: Real-Time Rain Heatmap &amp; Camera Network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HCMVision | Smart Urban Traffic &amp; Weather Monitoring System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0" y="6217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Presentation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5120640" cy="4617720"/>
          </a:xfrm>
          <a:prstGeom prst="rect">
            <a:avLst/>
          </a:prstGeom>
          <a:solidFill>
            <a:srgbClr val="1E293B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554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 &amp; EXPLORE FEATURES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96596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Real-Time Camera Visualization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Displays color-coded markers for Normal, Raining, Jammed, and Offline municipal traffic cameras.
</a:t>
            </a:r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Dynamic Rain Heatmap Layer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rainfall intensity overlay computed from live camera AI weather logs in real-time.
</a:t>
            </a:r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Granular Spatial Filtering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cameras by District/Ward boundaries, favorite camera lists, or active flood alerts.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120640" cy="4617720"/>
          </a:xfrm>
          <a:prstGeom prst="rect">
            <a:avLst/>
          </a:prstGeom>
          <a:solidFill>
            <a:srgbClr val="1E293B"/>
          </a:solidFill>
          <a:ln w="1524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554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MOBILE APP INTERFACE</a:t>
            </a:r>
            <a:endParaRPr lang="en-US" sz="1300" dirty="0"/>
          </a:p>
        </p:txBody>
      </p:sp>
      <p:pic>
        <p:nvPicPr>
          <p:cNvPr id="13" name="Image 0" descr="c:\Users\HzanhLe\Documents\GitHub\HCMVison-fe\sc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920240"/>
            <a:ext cx="34747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 ROUTING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Route Safety Algorithm &amp; Risk Assessment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HCMVision | Smart Urban Traffic &amp; Weather Monitoring System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0" y="6217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Presentation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5120640" cy="4617720"/>
          </a:xfrm>
          <a:prstGeom prst="rect">
            <a:avLst/>
          </a:prstGeom>
          <a:solidFill>
            <a:srgbClr val="1E293B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554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ROUTE SAFETY ALGORITHM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96596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Accepts Origin &amp; Destination GPS coordinates.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Extracts route polyline points and generates a spatial buffer corridor.
</a:t>
            </a:r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Cross-references live WeatherLogs &amp; AI Camera data recorded in the last 30 mins.
</a:t>
            </a:r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Computes Risk Level: SAFE, WARNING, or HIGH RISK.
</a:t>
            </a:r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Outputs specific risk warnings and automatically suggests safe alternative routes.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120640" cy="4617720"/>
          </a:xfrm>
          <a:prstGeom prst="rect">
            <a:avLst/>
          </a:prstGeom>
          <a:solidFill>
            <a:srgbClr val="1E293B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554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ROUTE API RESPONSE STRUCTURE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965960"/>
          <a:ext cx="47548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B6D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Field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B6D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Description &amp; Schema Meaning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isSafe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Boolean (true: Safe route / false: Flood risk)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9731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riskLevel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Severity: SAFE / WARNING / HIGH_RISK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summary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Route status summary (e.g. 2 cameras reporting rain)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6B6D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recommendation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Actionable navigation advice for drivers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warnings[]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Array of camera warning logs with lat/lng &amp; rain levels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CAMERA SURVEILLANCE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AI Camera Analysis &amp; Privacy Redaction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HCMVision | Smart Urban Traffic &amp; Weather Monitoring System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0" y="6217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Presentation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7132320" cy="4617720"/>
          </a:xfrm>
          <a:prstGeom prst="rect">
            <a:avLst/>
          </a:prstGeom>
          <a:solidFill>
            <a:srgbClr val="1E293B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55448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CAMERA STATUS DATA MODEL (CAMERA STATUS ITEM)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965960"/>
          <a:ext cx="67665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B6D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Property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B6D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B6D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Description &amp; AI Analysis Role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6B6D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isRaining / rainLevel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Boolean / String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Detects rain occurrence &amp; rainfall severity (Light/Moderate/Heavy)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9731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isTrafficJammed / trafficLevel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Boolean / String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Detects traffic congestion &amp; road queue level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confidence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 (0.0 - 1.0)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 Computer Vision classification confidence score (%)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B5C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aiReason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String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Explainable AI rationale (e.g. wet road reflection, rain drops)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imageIsRedacted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Boolean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Privacy protection (Automated blurring of license plates &amp; faces)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timeAgo / lastUpdatedAt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String / UTC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Timestamp of latest camera status update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8046720" y="1417320"/>
            <a:ext cx="3383280" cy="4617720"/>
          </a:xfrm>
          <a:prstGeom prst="rect">
            <a:avLst/>
          </a:prstGeom>
          <a:solidFill>
            <a:srgbClr val="1E293B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75320" y="15544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0" y="1965960"/>
            <a:ext cx="30175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Live Snapshots &amp; Streams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Periodic image refresh from municipal camera feeds.
</a:t>
            </a:r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Favorite Cameras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 frequently monitored cameras for quick access.
</a:t>
            </a:r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Privacy-Safe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redaction of sensitive visual elements before serving.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ASSISTANT &amp; ALERTS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Traffic Chatbot &amp; Smart Location-Based Alerts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HCMVision | Smart Urban Traffic &amp; Weather Monitoring System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0" y="6217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Presentation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5120640" cy="4617720"/>
          </a:xfrm>
          <a:prstGeom prst="rect">
            <a:avLst/>
          </a:prstGeom>
          <a:solidFill>
            <a:srgbClr val="1E293B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554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TRAFFIC CHATBOT ASSISTANT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196596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Natural Language Queries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can ask: 'Is Nguyen Huu Canh street flooded right now?' or 'Suggest a route from District 1 to District 7'.
</a:t>
            </a:r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Remote LLM Integration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Connected with Qwen/LLM engine synthesizing live camera telemetry for accurate responses.
</a:t>
            </a:r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Context-Aware Prompt Suggestions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suggestion chips for instant user questions.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120640" cy="4617720"/>
          </a:xfrm>
          <a:prstGeom prst="rect">
            <a:avLst/>
          </a:prstGeom>
          <a:solidFill>
            <a:srgbClr val="1E293B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554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LOCATION SUBSCRIPTIONS &amp; REPORTS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37960" y="196596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Ward-Based Push Alerts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subscribe to specific Wards and set custom rain probability thresholds.
</a:t>
            </a:r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Expo Push Notification Service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background alerts even when the application is minimized.
</a:t>
            </a:r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Crowdsourced User Reports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Allows citizens to report ground-truth weather to validate AI predictions.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ADMINISTRATION &amp; AUDIT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Operations: Camera Health, Ingestion &amp; AI Audit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HCMVision | Smart Urban Traffic &amp; Weather Monitoring System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0" y="6217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Presentation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5120640" cy="2148840"/>
          </a:xfrm>
          <a:prstGeom prst="rect">
            <a:avLst/>
          </a:prstGeom>
          <a:solidFill>
            <a:srgbClr val="1E293B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554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System Overview Metrics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96596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total camera counts, active/offline status, raining ratio, and total registered users.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120640" cy="2148840"/>
          </a:xfrm>
          <a:prstGeom prst="rect">
            <a:avLst/>
          </a:prstGeom>
          <a:solidFill>
            <a:srgbClr val="1E293B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554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Camera Health &amp; Ingestion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196596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stream ingestion sync jobs, latency tracking, and camera failure alerts.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886200"/>
            <a:ext cx="5120640" cy="2148840"/>
          </a:xfrm>
          <a:prstGeom prst="rect">
            <a:avLst/>
          </a:prstGeom>
          <a:solidFill>
            <a:srgbClr val="1E293B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023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AI Model Audit Report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443484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AI detection outputs (AiRainLevel, Confidence) against crowdsourced user feedback.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3886200"/>
            <a:ext cx="5120640" cy="2148840"/>
          </a:xfrm>
          <a:prstGeom prst="rect">
            <a:avLst/>
          </a:prstGeom>
          <a:solidFill>
            <a:srgbClr val="1E293B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4023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Access Control &amp; Logs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443484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User/Admin role management, status toggling, and comprehensive audit logging.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DEPLOYMENT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Android APK Packaging &amp; Cloud Infrastructure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HCMVision | Smart Urban Traffic &amp; Weather Monitoring System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0" y="6217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Presentation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5120640" cy="4617720"/>
          </a:xfrm>
          <a:prstGeom prst="rect">
            <a:avLst/>
          </a:prstGeom>
          <a:solidFill>
            <a:srgbClr val="1E293B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554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APK SPECIFICATIONS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965960"/>
          <a:ext cx="47548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APK Package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HCMVision-demo-2026-06-24.apk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Package Name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com.anonymous.HCMVision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Android Version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Android 7.0 (API 24) or higher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Supported Arch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arm64-v8a, armeabi-v7a, x86, x86_64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B5CF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Install Method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Direct Sideload / ADB Install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Access Mode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Guest Mode (No login required)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309360" y="1417320"/>
            <a:ext cx="5120640" cy="4617720"/>
          </a:xfrm>
          <a:prstGeom prst="rect">
            <a:avLst/>
          </a:prstGeom>
          <a:solidFill>
            <a:srgbClr val="1E293B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1554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BACKEND &amp; API PROD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537960" y="196596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Live Production API Endpoint:
</a:t>
            </a:r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https://hcmvision-api.onrender.com/api
</a:t>
            </a:r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Cold-Start &amp; Cache Handling: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Integrated React Query caching &amp; graceful loading UI state while backend server wakes up.
</a:t>
            </a:r>
            <a:pPr indent="0" marL="0">
              <a:buNone/>
            </a:pPr>
            <a:r>
              <a:rPr lang="en-US" sz="115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Offline Fallback &amp; Reliability: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Resilient fallback data mode ensuring app stability during network dropouts.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&amp;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Strengths &amp; Future Development Plan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HCMVision | Smart Urban Traffic &amp; Weather Monitoring System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0" y="6217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Presentation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5120640" cy="4617720"/>
          </a:xfrm>
          <a:prstGeom prst="rect">
            <a:avLst/>
          </a:prstGeom>
          <a:solidFill>
            <a:srgbClr val="1E293B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554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PROJECT STRENGTHS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96596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High Practical Impact: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Directly addresses urban flooding and traffic congestion in Ho Chi Minh City.
</a:t>
            </a:r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AI on Existing Infrastructure: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Maximizes resource efficiency by leveraging existing municipal CCTV feeds.
</a:t>
            </a:r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Seamless User Experience: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dark UI, fast responsive performance, cross-platform iOS &amp; Android support.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120640" cy="4617720"/>
          </a:xfrm>
          <a:prstGeom prst="rect">
            <a:avLst/>
          </a:prstGeom>
          <a:solidFill>
            <a:srgbClr val="1E293B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554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DEVELOPMENT ROADMAP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196596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1. IoT Flood Sensor Integration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Merge AI vision with physical IoT water level sensors for deep flood detection.
</a:t>
            </a:r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2. Advanced Vision Models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 models for traffic sign recognition, vehicle count estimation, and accident detection.
</a:t>
            </a:r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3. Vehicle Infotainment Support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Extend application to Android Auto &amp; Apple CarPlay for in-car driver warnings.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914400"/>
            <a:ext cx="9445752" cy="5029200"/>
          </a:xfrm>
          <a:prstGeom prst="rect">
            <a:avLst/>
          </a:prstGeom>
          <a:solidFill>
            <a:srgbClr val="1E293B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463040"/>
            <a:ext cx="9445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 FOR YOUR ATTENTION!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71600" y="228600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Urban Traffic &amp; Weather Monitoring System (HCMVision)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286000" y="3017520"/>
            <a:ext cx="7616952" cy="1097280"/>
          </a:xfrm>
          <a:prstGeom prst="rect">
            <a:avLst/>
          </a:prstGeom>
          <a:solidFill>
            <a:srgbClr val="0F2942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3200400"/>
            <a:ext cx="7616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APP DEMO READY FOR LIVE TESTING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286000" y="3566160"/>
            <a:ext cx="7616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APK: builds/HCMVision-demo-2026-06-24.apk | Live API: hcmvision-api.onrender.com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438912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ANSWERS (Q&amp;A)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371600" y="493776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welcome feedback and questions from the Faculty &amp; Evaluation Committee!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Faculty of Information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HCMVision - Project Demo Presentation</dc:title>
  <dc:subject>PptxGenJS Presentation</dc:subject>
  <dc:creator>HCMVision Team</dc:creator>
  <cp:lastModifiedBy>HCMVision Team</cp:lastModifiedBy>
  <cp:revision>1</cp:revision>
  <dcterms:created xsi:type="dcterms:W3CDTF">2026-07-22T06:54:04Z</dcterms:created>
  <dcterms:modified xsi:type="dcterms:W3CDTF">2026-07-22T06:54:04Z</dcterms:modified>
</cp:coreProperties>
</file>